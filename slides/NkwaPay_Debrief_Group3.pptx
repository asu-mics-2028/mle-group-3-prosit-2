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1F2937"/>
                </a:solidFill>
              </a:defRPr>
            </a:pPr>
            <a:r>
              <a:t>NkwaPay credit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6B7280"/>
                </a:solidFill>
              </a:defRPr>
            </a:pPr>
            <a:r>
              <a:t>A Kenyan model, a Ghanaian launch, and what stands between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ICS553 Prosit 2 · Group 3 · 3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9377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NkwaPay wants to score Ghanaian loan applications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We have 66,520 labelled Kenyan loans (1.63% default) and 2,084 unlabelled Ghanaian ones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Two tasks: will this loan default? how much should we lend?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Decision point: approval, before disbursement; nothing known after it may be a feature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Cost matrix (GHS 500 loan): a good loan earns 25, a default loses 380 → decline if P(default) &gt; 0.062</a:t>
            </a:r>
          </a:p>
        </p:txBody>
      </p:sp>
      <p:pic>
        <p:nvPicPr>
          <p:cNvPr id="4" name="Picture 3" descr="01_loa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895" y="1463040"/>
            <a:ext cx="5852160" cy="13832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One default wipes out the profit of 15 good loans.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The data gives the answer away, if you let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Total_Amount_to_Repay looks like a contract term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On identical contracts, repaid loans owe +0.7%; defaulted loans owe +41% (penalties added later)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Alone it predicts default with AUC 0.98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A naive pipeline scores PR-AUC 0.825; our honest estimate is 0.145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Also: co-funded loans appear twice; Zindi split by row, so 920 loans straddle Train and Test</a:t>
            </a:r>
          </a:p>
        </p:txBody>
      </p:sp>
      <p:pic>
        <p:nvPicPr>
          <p:cNvPr id="4" name="Picture 3" descr="01_repay_ratio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1463040"/>
            <a:ext cx="6035040" cy="258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We dropped it. A model using it would fail on every real applicant.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Validation design picks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Stratified CV: LightGBM 0.233 vs LogReg 0.184 PR-AUC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Temporal CV: LogReg 0.129 vs LightGBM 0.106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Grouping by customer barely matters (history features are leakage-safe)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Time is what matters: random CV overstates 1.7–2.7×</a:t>
            </a:r>
          </a:p>
        </p:txBody>
      </p:sp>
      <p:pic>
        <p:nvPicPr>
          <p:cNvPr id="4" name="Picture 3" descr="04_sche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463040"/>
            <a:ext cx="6583680" cy="2034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Random CV doesn't just inflate the score, it picks the wrong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Kenya changed in December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Type_1, 93% of all loans and ~1% default, stops after 1 Dec 2022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Afterwards: 9–13% default, mostly new customers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Both models fall from ROC ~0.8 to ~0.6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Repeat customers are scored badly too: the market changed, not just the customers</a:t>
            </a:r>
          </a:p>
        </p:txBody>
      </p:sp>
      <p:pic>
        <p:nvPicPr>
          <p:cNvPr id="4" name="Picture 3" descr="02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1463040"/>
            <a:ext cx="6583680" cy="21067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This is our best Kenyan proxy for a new market, and the model barely copes.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Model choice and the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12 candidates on temporal folds; class weights never helped and broke calibration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LogReg: best PR-AUC (0.143), best after Dec 2022; shallow LightGBM: best ROC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Bootstrap: LogReg ≈ LightGBM on PR-AUC overall; LogReg significantly better after Dec 2022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Per 1,000 applications after Dec 2022: approve-all −16,600 GHS; LogReg at 0.062 −3,500</a:t>
            </a:r>
          </a:p>
        </p:txBody>
      </p:sp>
      <p:pic>
        <p:nvPicPr>
          <p:cNvPr id="4" name="Picture 3" descr="05_threshold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1463040"/>
            <a:ext cx="6400800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The model earns its keep exactly where it is least accurate.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How much to lend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Ridge on log amount, trained on repaid loans only; median error ≈ 1,930 KES (GHS 150)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Raw-scale terms extrapolated a 3-year loan to e^57 KES; log scale and a cap fixed it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'Lend what they borrowed before' is within 25% more often than any model (38%)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First-time borrowers over-predicted by ~40% → first-loan cap</a:t>
            </a:r>
          </a:p>
        </p:txBody>
      </p:sp>
      <p:pic>
        <p:nvPicPr>
          <p:cNvPr id="4" name="Picture 3" descr="06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1463040"/>
            <a:ext cx="64008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Telling a borrower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93775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Logistic log-odds split exactly into reason families; top 3 become plain-language reasons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Caught: term and amount coefficients cancel, so a 'loan too big' reason pointed the wrong way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Caught: Ghana applicants on unseen products would be told their product 'had problems'; now: 'new to us, no record yet'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Calendar features moved scores without predicting anything → removed</a:t>
            </a:r>
          </a:p>
        </p:txBody>
      </p:sp>
      <p:pic>
        <p:nvPicPr>
          <p:cNvPr id="4" name="Picture 3" descr="09_famil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895" y="146304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Ghana: out of the model's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87% of loans on unseen products, 96% on unseen lenders, 66% co-funded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Domain classifier: AUC 1.000 (0.999 without product, lender, co-funding)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Importance weighting: effective sample 2.3% of Kenya; scores change, no way to check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Model would decline 22% (Kenya 6.7%): almost all Type_2/Type_8, 8.5% of Type_3</a:t>
            </a:r>
          </a:p>
        </p:txBody>
      </p:sp>
      <p:pic>
        <p:nvPicPr>
          <p:cNvPr id="4" name="Picture 3" descr="10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1463040"/>
            <a:ext cx="6400800" cy="1360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No automated Ghana decisions until a capped pilot produces Ghanaian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Fairness and the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No protected attributes in the data, so we tested proxies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Thin-file applicants: declined 32%, including 30% of those who would repay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Dropping history features changes nothing (0.145 → 0.144): the proxy leaks back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Findex Ghana: account gaps by gender, income, education, area; mobile-money borrowing reaches these groups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Act 843 s.41: notice + 21-day human review; BoG: 20-day complaints, bureau reporting (not met)</a:t>
            </a:r>
          </a:p>
        </p:txBody>
      </p:sp>
      <p:pic>
        <p:nvPicPr>
          <p:cNvPr id="4" name="Picture 3" descr="11_findex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1463040"/>
            <a:ext cx="6035040" cy="1448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Mitigation is a policy: refer thin-file applicants to a capped starter loan, monitor parity.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Scoring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Scorer.score(application, history) → P(default), decision, 3 reasons, offered amount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Same feature code as training; tested to reproduce training features exactly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approve · decline · refer (thin-file, or any market other than Kenya)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~20 ms per call (p95 32 ms); 115,000 loans/s in batch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Nine application fields + earlier loans; no personal or sensitive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</a:defRPr>
            </a:pPr>
            <a:r>
              <a:t>What we recommend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Kenya: deploy logistic regression at the cost threshold, recalibrate monthly, monitor drift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Thin-file applicants: starter loans and human review, never automatic decline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Ghana: capped, monitored pilot with human review; collect outcomes, then recalibrate and validate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Before launch: credit-bureau integration (BoG §7.3, Act 726), consent capture, legal review of Act 726 and Act 1052</a:t>
            </a:r>
          </a:p>
          <a:p>
            <a:pPr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Replace our cost assumptions with NkwaPay's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2410C"/>
                </a:solidFill>
              </a:defRPr>
            </a:pPr>
            <a:r>
              <a:t>The next gain comes from Ghanaian data, not a cleverer Kenyan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